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58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76F8-689C-46A6-9D60-0BE55DCBD621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607AA-FF2B-40A3-A3EE-4A58BB1AC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06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76F8-689C-46A6-9D60-0BE55DCBD621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607AA-FF2B-40A3-A3EE-4A58BB1AC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800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76F8-689C-46A6-9D60-0BE55DCBD621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607AA-FF2B-40A3-A3EE-4A58BB1AC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44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76F8-689C-46A6-9D60-0BE55DCBD621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607AA-FF2B-40A3-A3EE-4A58BB1AC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993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76F8-689C-46A6-9D60-0BE55DCBD621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607AA-FF2B-40A3-A3EE-4A58BB1AC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351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76F8-689C-46A6-9D60-0BE55DCBD621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607AA-FF2B-40A3-A3EE-4A58BB1AC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611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76F8-689C-46A6-9D60-0BE55DCBD621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607AA-FF2B-40A3-A3EE-4A58BB1AC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998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76F8-689C-46A6-9D60-0BE55DCBD621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607AA-FF2B-40A3-A3EE-4A58BB1AC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035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76F8-689C-46A6-9D60-0BE55DCBD621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607AA-FF2B-40A3-A3EE-4A58BB1AC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695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76F8-689C-46A6-9D60-0BE55DCBD621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607AA-FF2B-40A3-A3EE-4A58BB1AC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048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76F8-689C-46A6-9D60-0BE55DCBD621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607AA-FF2B-40A3-A3EE-4A58BB1AC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97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9D76F8-689C-46A6-9D60-0BE55DCBD621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C607AA-FF2B-40A3-A3EE-4A58BB1AC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295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349240"/>
            <a:ext cx="1539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Github</a:t>
            </a:r>
            <a:r>
              <a:rPr lang="en-US" smtClean="0"/>
              <a:t> link:  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298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225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99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295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560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436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16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310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754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825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4063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920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9641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517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4770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7891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7233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4663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563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</Words>
  <Application>Microsoft Office PowerPoint</Application>
  <PresentationFormat>Widescreen</PresentationFormat>
  <Paragraphs>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MRT www.Win2Farsi.com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Moorche</dc:creator>
  <cp:lastModifiedBy>Moorche</cp:lastModifiedBy>
  <cp:revision>3</cp:revision>
  <dcterms:created xsi:type="dcterms:W3CDTF">2026-02-08T06:51:21Z</dcterms:created>
  <dcterms:modified xsi:type="dcterms:W3CDTF">2026-02-08T07:04:14Z</dcterms:modified>
</cp:coreProperties>
</file>